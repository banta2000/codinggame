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79C66-A70D-4A10-B8AA-297A003751DD}" v="12" dt="2025-04-17T12:54:41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4" d="100"/>
          <a:sy n="94" d="100"/>
        </p:scale>
        <p:origin x="2874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 Altermatt" userId="24262746d1e8fa49" providerId="LiveId" clId="{4DF79C66-A70D-4A10-B8AA-297A003751DD}"/>
    <pc:docChg chg="undo custSel modSld">
      <pc:chgData name="Manuel Altermatt" userId="24262746d1e8fa49" providerId="LiveId" clId="{4DF79C66-A70D-4A10-B8AA-297A003751DD}" dt="2025-04-17T19:49:08.664" v="257" actId="1076"/>
      <pc:docMkLst>
        <pc:docMk/>
      </pc:docMkLst>
      <pc:sldChg chg="addSp delSp modSp mod">
        <pc:chgData name="Manuel Altermatt" userId="24262746d1e8fa49" providerId="LiveId" clId="{4DF79C66-A70D-4A10-B8AA-297A003751DD}" dt="2025-04-17T19:49:08.664" v="257" actId="1076"/>
        <pc:sldMkLst>
          <pc:docMk/>
          <pc:sldMk cId="1655542404" sldId="256"/>
        </pc:sldMkLst>
        <pc:spChg chg="add del mod">
          <ac:chgData name="Manuel Altermatt" userId="24262746d1e8fa49" providerId="LiveId" clId="{4DF79C66-A70D-4A10-B8AA-297A003751DD}" dt="2025-04-17T09:26:50.358" v="26" actId="478"/>
          <ac:spMkLst>
            <pc:docMk/>
            <pc:sldMk cId="1655542404" sldId="256"/>
            <ac:spMk id="3" creationId="{829FEDF2-3982-1444-6D0F-DEFF1D995208}"/>
          </ac:spMkLst>
        </pc:spChg>
        <pc:spChg chg="add mod">
          <ac:chgData name="Manuel Altermatt" userId="24262746d1e8fa49" providerId="LiveId" clId="{4DF79C66-A70D-4A10-B8AA-297A003751DD}" dt="2025-04-17T09:25:43.946" v="1" actId="1076"/>
          <ac:spMkLst>
            <pc:docMk/>
            <pc:sldMk cId="1655542404" sldId="256"/>
            <ac:spMk id="8" creationId="{3D07D5F4-A879-DF71-5EBB-6DE0D3903FB4}"/>
          </ac:spMkLst>
        </pc:spChg>
        <pc:spChg chg="mod">
          <ac:chgData name="Manuel Altermatt" userId="24262746d1e8fa49" providerId="LiveId" clId="{4DF79C66-A70D-4A10-B8AA-297A003751DD}" dt="2025-04-17T12:54:50.127" v="247" actId="14100"/>
          <ac:spMkLst>
            <pc:docMk/>
            <pc:sldMk cId="1655542404" sldId="256"/>
            <ac:spMk id="17" creationId="{25FF8CB0-3FFB-DBF3-8250-833538628E7D}"/>
          </ac:spMkLst>
        </pc:spChg>
        <pc:spChg chg="add del mod">
          <ac:chgData name="Manuel Altermatt" userId="24262746d1e8fa49" providerId="LiveId" clId="{4DF79C66-A70D-4A10-B8AA-297A003751DD}" dt="2025-04-17T09:26:50.358" v="26" actId="478"/>
          <ac:spMkLst>
            <pc:docMk/>
            <pc:sldMk cId="1655542404" sldId="256"/>
            <ac:spMk id="38" creationId="{A46EEDDD-EAEE-8BCD-309F-D65C779D4A3B}"/>
          </ac:spMkLst>
        </pc:spChg>
        <pc:spChg chg="del">
          <ac:chgData name="Manuel Altermatt" userId="24262746d1e8fa49" providerId="LiveId" clId="{4DF79C66-A70D-4A10-B8AA-297A003751DD}" dt="2025-04-17T09:26:50.358" v="26" actId="478"/>
          <ac:spMkLst>
            <pc:docMk/>
            <pc:sldMk cId="1655542404" sldId="256"/>
            <ac:spMk id="40" creationId="{5A0EC18B-5928-D816-523C-B9200873F7E7}"/>
          </ac:spMkLst>
        </pc:spChg>
        <pc:spChg chg="del">
          <ac:chgData name="Manuel Altermatt" userId="24262746d1e8fa49" providerId="LiveId" clId="{4DF79C66-A70D-4A10-B8AA-297A003751DD}" dt="2025-04-17T09:26:50.358" v="26" actId="478"/>
          <ac:spMkLst>
            <pc:docMk/>
            <pc:sldMk cId="1655542404" sldId="256"/>
            <ac:spMk id="42" creationId="{2DBE871A-BFA2-F806-E87A-79640C2D1FCC}"/>
          </ac:spMkLst>
        </pc:spChg>
        <pc:spChg chg="del">
          <ac:chgData name="Manuel Altermatt" userId="24262746d1e8fa49" providerId="LiveId" clId="{4DF79C66-A70D-4A10-B8AA-297A003751DD}" dt="2025-04-17T09:26:50.358" v="26" actId="478"/>
          <ac:spMkLst>
            <pc:docMk/>
            <pc:sldMk cId="1655542404" sldId="256"/>
            <ac:spMk id="43" creationId="{116BD4C7-92F2-D524-9B04-26C4FF1C70D5}"/>
          </ac:spMkLst>
        </pc:spChg>
        <pc:spChg chg="add del mod">
          <ac:chgData name="Manuel Altermatt" userId="24262746d1e8fa49" providerId="LiveId" clId="{4DF79C66-A70D-4A10-B8AA-297A003751DD}" dt="2025-04-17T09:26:50.358" v="26" actId="478"/>
          <ac:spMkLst>
            <pc:docMk/>
            <pc:sldMk cId="1655542404" sldId="256"/>
            <ac:spMk id="74" creationId="{18C155B2-775F-F4BE-5DFB-E09530C6E54B}"/>
          </ac:spMkLst>
        </pc:spChg>
        <pc:spChg chg="del">
          <ac:chgData name="Manuel Altermatt" userId="24262746d1e8fa49" providerId="LiveId" clId="{4DF79C66-A70D-4A10-B8AA-297A003751DD}" dt="2025-04-17T09:26:50.358" v="26" actId="478"/>
          <ac:spMkLst>
            <pc:docMk/>
            <pc:sldMk cId="1655542404" sldId="256"/>
            <ac:spMk id="76" creationId="{069CEE5B-FFB1-63DA-8588-C9D09105C96B}"/>
          </ac:spMkLst>
        </pc:spChg>
        <pc:spChg chg="del">
          <ac:chgData name="Manuel Altermatt" userId="24262746d1e8fa49" providerId="LiveId" clId="{4DF79C66-A70D-4A10-B8AA-297A003751DD}" dt="2025-04-17T09:26:50.358" v="26" actId="478"/>
          <ac:spMkLst>
            <pc:docMk/>
            <pc:sldMk cId="1655542404" sldId="256"/>
            <ac:spMk id="77" creationId="{DE138A67-ACFC-915A-0D3A-4BE84BFA217F}"/>
          </ac:spMkLst>
        </pc:spChg>
        <pc:spChg chg="add del mod">
          <ac:chgData name="Manuel Altermatt" userId="24262746d1e8fa49" providerId="LiveId" clId="{4DF79C66-A70D-4A10-B8AA-297A003751DD}" dt="2025-04-17T09:26:50.358" v="26" actId="478"/>
          <ac:spMkLst>
            <pc:docMk/>
            <pc:sldMk cId="1655542404" sldId="256"/>
            <ac:spMk id="80" creationId="{407D4CB7-8D3C-F727-8CDA-83ACD71BD5FE}"/>
          </ac:spMkLst>
        </pc:spChg>
        <pc:spChg chg="mod">
          <ac:chgData name="Manuel Altermatt" userId="24262746d1e8fa49" providerId="LiveId" clId="{4DF79C66-A70D-4A10-B8AA-297A003751DD}" dt="2025-04-17T09:26:14.667" v="14" actId="1076"/>
          <ac:spMkLst>
            <pc:docMk/>
            <pc:sldMk cId="1655542404" sldId="256"/>
            <ac:spMk id="82" creationId="{EF0F946D-2AE2-7332-9C70-80F00F8EA91A}"/>
          </ac:spMkLst>
        </pc:spChg>
        <pc:spChg chg="mod">
          <ac:chgData name="Manuel Altermatt" userId="24262746d1e8fa49" providerId="LiveId" clId="{4DF79C66-A70D-4A10-B8AA-297A003751DD}" dt="2025-04-17T09:26:14.667" v="14" actId="1076"/>
          <ac:spMkLst>
            <pc:docMk/>
            <pc:sldMk cId="1655542404" sldId="256"/>
            <ac:spMk id="83" creationId="{CA2A5ED6-8705-FD64-6BE9-DE49EA5C270C}"/>
          </ac:spMkLst>
        </pc:spChg>
        <pc:spChg chg="add mod">
          <ac:chgData name="Manuel Altermatt" userId="24262746d1e8fa49" providerId="LiveId" clId="{4DF79C66-A70D-4A10-B8AA-297A003751DD}" dt="2025-04-17T09:25:43.946" v="1" actId="1076"/>
          <ac:spMkLst>
            <pc:docMk/>
            <pc:sldMk cId="1655542404" sldId="256"/>
            <ac:spMk id="85" creationId="{B4AC22EA-A631-AA9E-C1B7-E7C9C2644D72}"/>
          </ac:spMkLst>
        </pc:spChg>
        <pc:spChg chg="mod">
          <ac:chgData name="Manuel Altermatt" userId="24262746d1e8fa49" providerId="LiveId" clId="{4DF79C66-A70D-4A10-B8AA-297A003751DD}" dt="2025-04-17T09:33:29.120" v="42" actId="14100"/>
          <ac:spMkLst>
            <pc:docMk/>
            <pc:sldMk cId="1655542404" sldId="256"/>
            <ac:spMk id="86" creationId="{08EB73D1-9D73-1DAA-C122-B5F72BBFB9E0}"/>
          </ac:spMkLst>
        </pc:spChg>
        <pc:spChg chg="mod">
          <ac:chgData name="Manuel Altermatt" userId="24262746d1e8fa49" providerId="LiveId" clId="{4DF79C66-A70D-4A10-B8AA-297A003751DD}" dt="2025-04-17T09:33:40.675" v="47" actId="14100"/>
          <ac:spMkLst>
            <pc:docMk/>
            <pc:sldMk cId="1655542404" sldId="256"/>
            <ac:spMk id="87" creationId="{B806EF03-204B-D612-08E1-B59BB19E2ABA}"/>
          </ac:spMkLst>
        </pc:spChg>
        <pc:spChg chg="mod">
          <ac:chgData name="Manuel Altermatt" userId="24262746d1e8fa49" providerId="LiveId" clId="{4DF79C66-A70D-4A10-B8AA-297A003751DD}" dt="2025-04-17T09:33:54.971" v="55" actId="6549"/>
          <ac:spMkLst>
            <pc:docMk/>
            <pc:sldMk cId="1655542404" sldId="256"/>
            <ac:spMk id="88" creationId="{45D579CA-52BD-EDD4-78F8-483C4E15180B}"/>
          </ac:spMkLst>
        </pc:spChg>
        <pc:spChg chg="mod">
          <ac:chgData name="Manuel Altermatt" userId="24262746d1e8fa49" providerId="LiveId" clId="{4DF79C66-A70D-4A10-B8AA-297A003751DD}" dt="2025-04-17T09:33:52.263" v="52" actId="20577"/>
          <ac:spMkLst>
            <pc:docMk/>
            <pc:sldMk cId="1655542404" sldId="256"/>
            <ac:spMk id="89" creationId="{39A2335C-0C50-AD9E-4B91-F2F19F6416CC}"/>
          </ac:spMkLst>
        </pc:spChg>
        <pc:spChg chg="mod">
          <ac:chgData name="Manuel Altermatt" userId="24262746d1e8fa49" providerId="LiveId" clId="{4DF79C66-A70D-4A10-B8AA-297A003751DD}" dt="2025-04-17T09:33:57.771" v="58" actId="6549"/>
          <ac:spMkLst>
            <pc:docMk/>
            <pc:sldMk cId="1655542404" sldId="256"/>
            <ac:spMk id="90" creationId="{72BE0D81-129B-D1C4-302B-E80504BE53DF}"/>
          </ac:spMkLst>
        </pc:spChg>
        <pc:spChg chg="mod">
          <ac:chgData name="Manuel Altermatt" userId="24262746d1e8fa49" providerId="LiveId" clId="{4DF79C66-A70D-4A10-B8AA-297A003751DD}" dt="2025-04-17T09:26:46.038" v="25" actId="14100"/>
          <ac:spMkLst>
            <pc:docMk/>
            <pc:sldMk cId="1655542404" sldId="256"/>
            <ac:spMk id="92" creationId="{FF4EB823-4A39-0BDA-2560-D41269FDF130}"/>
          </ac:spMkLst>
        </pc:spChg>
        <pc:spChg chg="add mod">
          <ac:chgData name="Manuel Altermatt" userId="24262746d1e8fa49" providerId="LiveId" clId="{4DF79C66-A70D-4A10-B8AA-297A003751DD}" dt="2025-04-17T09:35:15.595" v="124" actId="20577"/>
          <ac:spMkLst>
            <pc:docMk/>
            <pc:sldMk cId="1655542404" sldId="256"/>
            <ac:spMk id="93" creationId="{6A85662D-9AD8-F0EC-BE41-8DF759B59334}"/>
          </ac:spMkLst>
        </pc:spChg>
        <pc:spChg chg="mod">
          <ac:chgData name="Manuel Altermatt" userId="24262746d1e8fa49" providerId="LiveId" clId="{4DF79C66-A70D-4A10-B8AA-297A003751DD}" dt="2025-04-17T09:35:21.933" v="128" actId="20577"/>
          <ac:spMkLst>
            <pc:docMk/>
            <pc:sldMk cId="1655542404" sldId="256"/>
            <ac:spMk id="94" creationId="{B7621DE4-E812-877C-3259-5792861D3689}"/>
          </ac:spMkLst>
        </pc:spChg>
        <pc:spChg chg="mod">
          <ac:chgData name="Manuel Altermatt" userId="24262746d1e8fa49" providerId="LiveId" clId="{4DF79C66-A70D-4A10-B8AA-297A003751DD}" dt="2025-04-17T09:35:18.263" v="126" actId="20577"/>
          <ac:spMkLst>
            <pc:docMk/>
            <pc:sldMk cId="1655542404" sldId="256"/>
            <ac:spMk id="95" creationId="{16327EAC-504F-C068-064D-6D83EF39106F}"/>
          </ac:spMkLst>
        </pc:spChg>
        <pc:spChg chg="mod">
          <ac:chgData name="Manuel Altermatt" userId="24262746d1e8fa49" providerId="LiveId" clId="{4DF79C66-A70D-4A10-B8AA-297A003751DD}" dt="2025-04-17T09:35:24.084" v="130" actId="20577"/>
          <ac:spMkLst>
            <pc:docMk/>
            <pc:sldMk cId="1655542404" sldId="256"/>
            <ac:spMk id="96" creationId="{87365188-9E80-EDFA-D16B-287FC573A893}"/>
          </ac:spMkLst>
        </pc:spChg>
        <pc:spChg chg="del">
          <ac:chgData name="Manuel Altermatt" userId="24262746d1e8fa49" providerId="LiveId" clId="{4DF79C66-A70D-4A10-B8AA-297A003751DD}" dt="2025-04-17T09:26:50.358" v="26" actId="478"/>
          <ac:spMkLst>
            <pc:docMk/>
            <pc:sldMk cId="1655542404" sldId="256"/>
            <ac:spMk id="98" creationId="{BD24F272-8CC3-073B-9B92-2EE3E27652FA}"/>
          </ac:spMkLst>
        </pc:spChg>
        <pc:spChg chg="mod">
          <ac:chgData name="Manuel Altermatt" userId="24262746d1e8fa49" providerId="LiveId" clId="{4DF79C66-A70D-4A10-B8AA-297A003751DD}" dt="2025-04-17T09:35:27.274" v="132" actId="20577"/>
          <ac:spMkLst>
            <pc:docMk/>
            <pc:sldMk cId="1655542404" sldId="256"/>
            <ac:spMk id="99" creationId="{FA0AE77A-E3EC-80B3-19D0-98CFA43F808A}"/>
          </ac:spMkLst>
        </pc:spChg>
        <pc:spChg chg="mod">
          <ac:chgData name="Manuel Altermatt" userId="24262746d1e8fa49" providerId="LiveId" clId="{4DF79C66-A70D-4A10-B8AA-297A003751DD}" dt="2025-04-17T09:33:24.190" v="39" actId="14100"/>
          <ac:spMkLst>
            <pc:docMk/>
            <pc:sldMk cId="1655542404" sldId="256"/>
            <ac:spMk id="100" creationId="{4767A776-3233-3CD1-CDA0-AF2B03E577DA}"/>
          </ac:spMkLst>
        </pc:spChg>
        <pc:spChg chg="mod">
          <ac:chgData name="Manuel Altermatt" userId="24262746d1e8fa49" providerId="LiveId" clId="{4DF79C66-A70D-4A10-B8AA-297A003751DD}" dt="2025-04-17T09:34:03.463" v="62" actId="14100"/>
          <ac:spMkLst>
            <pc:docMk/>
            <pc:sldMk cId="1655542404" sldId="256"/>
            <ac:spMk id="101" creationId="{9687A426-F74A-0949-2F80-D42B52B5C68E}"/>
          </ac:spMkLst>
        </pc:spChg>
        <pc:spChg chg="mod">
          <ac:chgData name="Manuel Altermatt" userId="24262746d1e8fa49" providerId="LiveId" clId="{4DF79C66-A70D-4A10-B8AA-297A003751DD}" dt="2025-04-17T09:34:07.721" v="68" actId="20577"/>
          <ac:spMkLst>
            <pc:docMk/>
            <pc:sldMk cId="1655542404" sldId="256"/>
            <ac:spMk id="102" creationId="{5E75F3E3-BAA8-F04D-BC26-B9402E92B8B2}"/>
          </ac:spMkLst>
        </pc:spChg>
        <pc:spChg chg="mod">
          <ac:chgData name="Manuel Altermatt" userId="24262746d1e8fa49" providerId="LiveId" clId="{4DF79C66-A70D-4A10-B8AA-297A003751DD}" dt="2025-04-17T09:34:05.181" v="65" actId="6549"/>
          <ac:spMkLst>
            <pc:docMk/>
            <pc:sldMk cId="1655542404" sldId="256"/>
            <ac:spMk id="103" creationId="{383A4BE8-AD72-DAB8-8A14-E99E44C85C7E}"/>
          </ac:spMkLst>
        </pc:spChg>
        <pc:spChg chg="mod">
          <ac:chgData name="Manuel Altermatt" userId="24262746d1e8fa49" providerId="LiveId" clId="{4DF79C66-A70D-4A10-B8AA-297A003751DD}" dt="2025-04-17T09:34:09.991" v="71" actId="20577"/>
          <ac:spMkLst>
            <pc:docMk/>
            <pc:sldMk cId="1655542404" sldId="256"/>
            <ac:spMk id="104" creationId="{0655CEF9-80AD-C5CB-6B7E-3A9996A7D66F}"/>
          </ac:spMkLst>
        </pc:spChg>
        <pc:spChg chg="add mod">
          <ac:chgData name="Manuel Altermatt" userId="24262746d1e8fa49" providerId="LiveId" clId="{4DF79C66-A70D-4A10-B8AA-297A003751DD}" dt="2025-04-17T09:33:18.964" v="33" actId="14100"/>
          <ac:spMkLst>
            <pc:docMk/>
            <pc:sldMk cId="1655542404" sldId="256"/>
            <ac:spMk id="105" creationId="{82645CB4-DD30-CF86-8CC7-5C467BCF2BD7}"/>
          </ac:spMkLst>
        </pc:spChg>
        <pc:spChg chg="add mod">
          <ac:chgData name="Manuel Altermatt" userId="24262746d1e8fa49" providerId="LiveId" clId="{4DF79C66-A70D-4A10-B8AA-297A003751DD}" dt="2025-04-17T09:34:14.542" v="75" actId="14100"/>
          <ac:spMkLst>
            <pc:docMk/>
            <pc:sldMk cId="1655542404" sldId="256"/>
            <ac:spMk id="106" creationId="{AA31023B-784A-23C7-15E0-FAE4E67A8784}"/>
          </ac:spMkLst>
        </pc:spChg>
        <pc:spChg chg="mod">
          <ac:chgData name="Manuel Altermatt" userId="24262746d1e8fa49" providerId="LiveId" clId="{4DF79C66-A70D-4A10-B8AA-297A003751DD}" dt="2025-04-17T09:36:27.350" v="133" actId="14100"/>
          <ac:spMkLst>
            <pc:docMk/>
            <pc:sldMk cId="1655542404" sldId="256"/>
            <ac:spMk id="107" creationId="{4D1DEE8C-6192-5ADB-0438-D618ED5A90D7}"/>
          </ac:spMkLst>
        </pc:spChg>
        <pc:spChg chg="mod">
          <ac:chgData name="Manuel Altermatt" userId="24262746d1e8fa49" providerId="LiveId" clId="{4DF79C66-A70D-4A10-B8AA-297A003751DD}" dt="2025-04-17T09:34:22.352" v="85" actId="1037"/>
          <ac:spMkLst>
            <pc:docMk/>
            <pc:sldMk cId="1655542404" sldId="256"/>
            <ac:spMk id="108" creationId="{EE5C30F0-399B-51BE-45D8-293279EE4D21}"/>
          </ac:spMkLst>
        </pc:spChg>
        <pc:spChg chg="add mod">
          <ac:chgData name="Manuel Altermatt" userId="24262746d1e8fa49" providerId="LiveId" clId="{4DF79C66-A70D-4A10-B8AA-297A003751DD}" dt="2025-04-17T09:34:27.629" v="89" actId="14100"/>
          <ac:spMkLst>
            <pc:docMk/>
            <pc:sldMk cId="1655542404" sldId="256"/>
            <ac:spMk id="109" creationId="{9DC2C7DC-44C9-07FE-F138-EE9CE1B30365}"/>
          </ac:spMkLst>
        </pc:spChg>
        <pc:spChg chg="del">
          <ac:chgData name="Manuel Altermatt" userId="24262746d1e8fa49" providerId="LiveId" clId="{4DF79C66-A70D-4A10-B8AA-297A003751DD}" dt="2025-04-17T09:25:46.676" v="2" actId="478"/>
          <ac:spMkLst>
            <pc:docMk/>
            <pc:sldMk cId="1655542404" sldId="256"/>
            <ac:spMk id="110" creationId="{9A1A937B-EB9F-5581-B88B-AEA4D4F847D6}"/>
          </ac:spMkLst>
        </pc:spChg>
        <pc:spChg chg="del">
          <ac:chgData name="Manuel Altermatt" userId="24262746d1e8fa49" providerId="LiveId" clId="{4DF79C66-A70D-4A10-B8AA-297A003751DD}" dt="2025-04-17T09:25:48.075" v="3" actId="478"/>
          <ac:spMkLst>
            <pc:docMk/>
            <pc:sldMk cId="1655542404" sldId="256"/>
            <ac:spMk id="111" creationId="{02475D98-B7AC-F6E0-6232-605D06ADAF17}"/>
          </ac:spMkLst>
        </pc:spChg>
        <pc:spChg chg="del">
          <ac:chgData name="Manuel Altermatt" userId="24262746d1e8fa49" providerId="LiveId" clId="{4DF79C66-A70D-4A10-B8AA-297A003751DD}" dt="2025-04-17T09:25:51.647" v="5" actId="478"/>
          <ac:spMkLst>
            <pc:docMk/>
            <pc:sldMk cId="1655542404" sldId="256"/>
            <ac:spMk id="112" creationId="{CAD1C4F1-6811-AAE4-988E-A8833A46DB63}"/>
          </ac:spMkLst>
        </pc:spChg>
        <pc:spChg chg="del">
          <ac:chgData name="Manuel Altermatt" userId="24262746d1e8fa49" providerId="LiveId" clId="{4DF79C66-A70D-4A10-B8AA-297A003751DD}" dt="2025-04-17T09:25:49.717" v="4" actId="478"/>
          <ac:spMkLst>
            <pc:docMk/>
            <pc:sldMk cId="1655542404" sldId="256"/>
            <ac:spMk id="113" creationId="{4EB0D3E6-6BA7-A1E8-8941-7CF66201211A}"/>
          </ac:spMkLst>
        </pc:spChg>
        <pc:spChg chg="del">
          <ac:chgData name="Manuel Altermatt" userId="24262746d1e8fa49" providerId="LiveId" clId="{4DF79C66-A70D-4A10-B8AA-297A003751DD}" dt="2025-04-17T09:25:53.177" v="6" actId="478"/>
          <ac:spMkLst>
            <pc:docMk/>
            <pc:sldMk cId="1655542404" sldId="256"/>
            <ac:spMk id="114" creationId="{00F9A119-AE6C-C9D9-8725-A13E7CB99D1E}"/>
          </ac:spMkLst>
        </pc:spChg>
        <pc:spChg chg="mod">
          <ac:chgData name="Manuel Altermatt" userId="24262746d1e8fa49" providerId="LiveId" clId="{4DF79C66-A70D-4A10-B8AA-297A003751DD}" dt="2025-04-17T09:26:28.802" v="19" actId="14100"/>
          <ac:spMkLst>
            <pc:docMk/>
            <pc:sldMk cId="1655542404" sldId="256"/>
            <ac:spMk id="115" creationId="{B4E20C10-D0F9-C79B-7B1D-72AE1C6372F8}"/>
          </ac:spMkLst>
        </pc:spChg>
        <pc:spChg chg="mod">
          <ac:chgData name="Manuel Altermatt" userId="24262746d1e8fa49" providerId="LiveId" clId="{4DF79C66-A70D-4A10-B8AA-297A003751DD}" dt="2025-04-17T09:34:33.452" v="92" actId="14100"/>
          <ac:spMkLst>
            <pc:docMk/>
            <pc:sldMk cId="1655542404" sldId="256"/>
            <ac:spMk id="116" creationId="{00F1DE19-18D6-CFA5-1C9E-DABD3E51AE0C}"/>
          </ac:spMkLst>
        </pc:spChg>
        <pc:spChg chg="mod">
          <ac:chgData name="Manuel Altermatt" userId="24262746d1e8fa49" providerId="LiveId" clId="{4DF79C66-A70D-4A10-B8AA-297A003751DD}" dt="2025-04-17T09:34:40.882" v="97" actId="20577"/>
          <ac:spMkLst>
            <pc:docMk/>
            <pc:sldMk cId="1655542404" sldId="256"/>
            <ac:spMk id="117" creationId="{B0B854E7-B0A0-724F-F231-5333A41527DF}"/>
          </ac:spMkLst>
        </pc:spChg>
        <pc:spChg chg="mod">
          <ac:chgData name="Manuel Altermatt" userId="24262746d1e8fa49" providerId="LiveId" clId="{4DF79C66-A70D-4A10-B8AA-297A003751DD}" dt="2025-04-17T09:34:38.572" v="95" actId="20577"/>
          <ac:spMkLst>
            <pc:docMk/>
            <pc:sldMk cId="1655542404" sldId="256"/>
            <ac:spMk id="118" creationId="{8ECBA495-9BF9-76F1-01E9-DC4D29C17094}"/>
          </ac:spMkLst>
        </pc:spChg>
        <pc:spChg chg="mod">
          <ac:chgData name="Manuel Altermatt" userId="24262746d1e8fa49" providerId="LiveId" clId="{4DF79C66-A70D-4A10-B8AA-297A003751DD}" dt="2025-04-17T09:34:43.282" v="99" actId="20577"/>
          <ac:spMkLst>
            <pc:docMk/>
            <pc:sldMk cId="1655542404" sldId="256"/>
            <ac:spMk id="119" creationId="{00B1E1FD-BCAB-F91F-81D6-5867F9F42EF7}"/>
          </ac:spMkLst>
        </pc:spChg>
        <pc:spChg chg="mod">
          <ac:chgData name="Manuel Altermatt" userId="24262746d1e8fa49" providerId="LiveId" clId="{4DF79C66-A70D-4A10-B8AA-297A003751DD}" dt="2025-04-17T09:34:46.678" v="101" actId="20577"/>
          <ac:spMkLst>
            <pc:docMk/>
            <pc:sldMk cId="1655542404" sldId="256"/>
            <ac:spMk id="120" creationId="{615E1B45-0441-0F2B-E9CD-5704A29A7024}"/>
          </ac:spMkLst>
        </pc:spChg>
        <pc:spChg chg="mod">
          <ac:chgData name="Manuel Altermatt" userId="24262746d1e8fa49" providerId="LiveId" clId="{4DF79C66-A70D-4A10-B8AA-297A003751DD}" dt="2025-04-17T09:26:38.548" v="22" actId="14100"/>
          <ac:spMkLst>
            <pc:docMk/>
            <pc:sldMk cId="1655542404" sldId="256"/>
            <ac:spMk id="121" creationId="{1D7F1A75-5774-E09B-87F9-D7097A8FEC66}"/>
          </ac:spMkLst>
        </pc:spChg>
        <pc:spChg chg="mod">
          <ac:chgData name="Manuel Altermatt" userId="24262746d1e8fa49" providerId="LiveId" clId="{4DF79C66-A70D-4A10-B8AA-297A003751DD}" dt="2025-04-17T09:34:52.223" v="106" actId="14100"/>
          <ac:spMkLst>
            <pc:docMk/>
            <pc:sldMk cId="1655542404" sldId="256"/>
            <ac:spMk id="122" creationId="{E47E4C2F-02FA-E529-5275-1E8A2CF3F47F}"/>
          </ac:spMkLst>
        </pc:spChg>
        <pc:spChg chg="mod">
          <ac:chgData name="Manuel Altermatt" userId="24262746d1e8fa49" providerId="LiveId" clId="{4DF79C66-A70D-4A10-B8AA-297A003751DD}" dt="2025-04-17T09:35:01.475" v="112" actId="14100"/>
          <ac:spMkLst>
            <pc:docMk/>
            <pc:sldMk cId="1655542404" sldId="256"/>
            <ac:spMk id="123" creationId="{1D94CCDB-3D82-C0F7-6638-957661AF6A64}"/>
          </ac:spMkLst>
        </pc:spChg>
        <pc:spChg chg="mod">
          <ac:chgData name="Manuel Altermatt" userId="24262746d1e8fa49" providerId="LiveId" clId="{4DF79C66-A70D-4A10-B8AA-297A003751DD}" dt="2025-04-17T09:34:55.273" v="109" actId="14100"/>
          <ac:spMkLst>
            <pc:docMk/>
            <pc:sldMk cId="1655542404" sldId="256"/>
            <ac:spMk id="124" creationId="{8C2DFB99-36BE-40F8-C666-9BC036FD3612}"/>
          </ac:spMkLst>
        </pc:spChg>
        <pc:spChg chg="mod">
          <ac:chgData name="Manuel Altermatt" userId="24262746d1e8fa49" providerId="LiveId" clId="{4DF79C66-A70D-4A10-B8AA-297A003751DD}" dt="2025-04-17T09:35:04.748" v="115" actId="14100"/>
          <ac:spMkLst>
            <pc:docMk/>
            <pc:sldMk cId="1655542404" sldId="256"/>
            <ac:spMk id="125" creationId="{9257BF96-6E5D-0D2F-4D82-B309C785FCD8}"/>
          </ac:spMkLst>
        </pc:spChg>
        <pc:spChg chg="mod">
          <ac:chgData name="Manuel Altermatt" userId="24262746d1e8fa49" providerId="LiveId" clId="{4DF79C66-A70D-4A10-B8AA-297A003751DD}" dt="2025-04-17T09:35:07.643" v="118" actId="14100"/>
          <ac:spMkLst>
            <pc:docMk/>
            <pc:sldMk cId="1655542404" sldId="256"/>
            <ac:spMk id="126" creationId="{8564EF48-62EE-CEAE-AA5D-54A394D1084E}"/>
          </ac:spMkLst>
        </pc:spChg>
        <pc:spChg chg="add del">
          <ac:chgData name="Manuel Altermatt" userId="24262746d1e8fa49" providerId="LiveId" clId="{4DF79C66-A70D-4A10-B8AA-297A003751DD}" dt="2025-04-17T10:39:14.331" v="135" actId="478"/>
          <ac:spMkLst>
            <pc:docMk/>
            <pc:sldMk cId="1655542404" sldId="256"/>
            <ac:spMk id="127" creationId="{088FF41D-E1EB-5886-9B82-E6C676E0CF43}"/>
          </ac:spMkLst>
        </pc:spChg>
        <pc:spChg chg="add mod">
          <ac:chgData name="Manuel Altermatt" userId="24262746d1e8fa49" providerId="LiveId" clId="{4DF79C66-A70D-4A10-B8AA-297A003751DD}" dt="2025-04-17T12:51:46.946" v="219" actId="14100"/>
          <ac:spMkLst>
            <pc:docMk/>
            <pc:sldMk cId="1655542404" sldId="256"/>
            <ac:spMk id="143" creationId="{A0D16A4C-9864-38E2-4DF5-1A4F91DA35B4}"/>
          </ac:spMkLst>
        </pc:spChg>
        <pc:spChg chg="add mod">
          <ac:chgData name="Manuel Altermatt" userId="24262746d1e8fa49" providerId="LiveId" clId="{4DF79C66-A70D-4A10-B8AA-297A003751DD}" dt="2025-04-17T12:53:05.767" v="234" actId="1076"/>
          <ac:spMkLst>
            <pc:docMk/>
            <pc:sldMk cId="1655542404" sldId="256"/>
            <ac:spMk id="144" creationId="{C371DEE8-3890-EAC6-82CA-61F3EBABF246}"/>
          </ac:spMkLst>
        </pc:spChg>
        <pc:spChg chg="add mod">
          <ac:chgData name="Manuel Altermatt" userId="24262746d1e8fa49" providerId="LiveId" clId="{4DF79C66-A70D-4A10-B8AA-297A003751DD}" dt="2025-04-17T12:53:01.892" v="233" actId="20577"/>
          <ac:spMkLst>
            <pc:docMk/>
            <pc:sldMk cId="1655542404" sldId="256"/>
            <ac:spMk id="145" creationId="{DC3F6C56-370E-781E-6758-16E114C883CC}"/>
          </ac:spMkLst>
        </pc:spChg>
        <pc:spChg chg="add mod">
          <ac:chgData name="Manuel Altermatt" userId="24262746d1e8fa49" providerId="LiveId" clId="{4DF79C66-A70D-4A10-B8AA-297A003751DD}" dt="2025-04-17T19:49:08.664" v="257" actId="1076"/>
          <ac:spMkLst>
            <pc:docMk/>
            <pc:sldMk cId="1655542404" sldId="256"/>
            <ac:spMk id="149" creationId="{F9A90FF3-63C1-AB42-4F94-803E4FAC8EDA}"/>
          </ac:spMkLst>
        </pc:spChg>
        <pc:picChg chg="mod modCrop">
          <ac:chgData name="Manuel Altermatt" userId="24262746d1e8fa49" providerId="LiveId" clId="{4DF79C66-A70D-4A10-B8AA-297A003751DD}" dt="2025-04-17T09:26:59.820" v="28" actId="1037"/>
          <ac:picMkLst>
            <pc:docMk/>
            <pc:sldMk cId="1655542404" sldId="256"/>
            <ac:picMk id="2" creationId="{80B21A5A-A1F1-C2E4-6339-16FF07907074}"/>
          </ac:picMkLst>
        </pc:picChg>
        <pc:picChg chg="mod">
          <ac:chgData name="Manuel Altermatt" userId="24262746d1e8fa49" providerId="LiveId" clId="{4DF79C66-A70D-4A10-B8AA-297A003751DD}" dt="2025-04-17T12:52:24.049" v="223" actId="1076"/>
          <ac:picMkLst>
            <pc:docMk/>
            <pc:sldMk cId="1655542404" sldId="256"/>
            <ac:picMk id="5" creationId="{6024E5F6-3B11-B467-4FF4-A6AECE45DFC2}"/>
          </ac:picMkLst>
        </pc:picChg>
        <pc:picChg chg="mod">
          <ac:chgData name="Manuel Altermatt" userId="24262746d1e8fa49" providerId="LiveId" clId="{4DF79C66-A70D-4A10-B8AA-297A003751DD}" dt="2025-04-17T12:51:11.663" v="209" actId="1076"/>
          <ac:picMkLst>
            <pc:docMk/>
            <pc:sldMk cId="1655542404" sldId="256"/>
            <ac:picMk id="75" creationId="{E69741CB-1EA9-E2E3-D5E7-174D483DE4DB}"/>
          </ac:picMkLst>
        </pc:picChg>
        <pc:picChg chg="del">
          <ac:chgData name="Manuel Altermatt" userId="24262746d1e8fa49" providerId="LiveId" clId="{4DF79C66-A70D-4A10-B8AA-297A003751DD}" dt="2025-04-17T09:26:03.557" v="8" actId="478"/>
          <ac:picMkLst>
            <pc:docMk/>
            <pc:sldMk cId="1655542404" sldId="256"/>
            <ac:picMk id="91" creationId="{E0E6685B-79A6-9BA8-D133-9E1F067E179A}"/>
          </ac:picMkLst>
        </pc:picChg>
        <pc:cxnChg chg="add mod">
          <ac:chgData name="Manuel Altermatt" userId="24262746d1e8fa49" providerId="LiveId" clId="{4DF79C66-A70D-4A10-B8AA-297A003751DD}" dt="2025-04-17T19:48:40.661" v="251" actId="1076"/>
          <ac:cxnSpMkLst>
            <pc:docMk/>
            <pc:sldMk cId="1655542404" sldId="256"/>
            <ac:cxnSpMk id="129" creationId="{CA604B87-541F-1000-473C-6E16836CB323}"/>
          </ac:cxnSpMkLst>
        </pc:cxnChg>
        <pc:cxnChg chg="add mod">
          <ac:chgData name="Manuel Altermatt" userId="24262746d1e8fa49" providerId="LiveId" clId="{4DF79C66-A70D-4A10-B8AA-297A003751DD}" dt="2025-04-17T12:51:35.845" v="214" actId="1076"/>
          <ac:cxnSpMkLst>
            <pc:docMk/>
            <pc:sldMk cId="1655542404" sldId="256"/>
            <ac:cxnSpMk id="130" creationId="{2FECE922-ED3F-BE05-379D-1C89157F2488}"/>
          </ac:cxnSpMkLst>
        </pc:cxnChg>
        <pc:cxnChg chg="add mod">
          <ac:chgData name="Manuel Altermatt" userId="24262746d1e8fa49" providerId="LiveId" clId="{4DF79C66-A70D-4A10-B8AA-297A003751DD}" dt="2025-04-17T19:48:44.954" v="253" actId="1076"/>
          <ac:cxnSpMkLst>
            <pc:docMk/>
            <pc:sldMk cId="1655542404" sldId="256"/>
            <ac:cxnSpMk id="132" creationId="{168F4663-36C6-D57C-A352-03DE436214C3}"/>
          </ac:cxnSpMkLst>
        </pc:cxnChg>
        <pc:cxnChg chg="add mod">
          <ac:chgData name="Manuel Altermatt" userId="24262746d1e8fa49" providerId="LiveId" clId="{4DF79C66-A70D-4A10-B8AA-297A003751DD}" dt="2025-04-17T12:52:32.758" v="224" actId="1076"/>
          <ac:cxnSpMkLst>
            <pc:docMk/>
            <pc:sldMk cId="1655542404" sldId="256"/>
            <ac:cxnSpMk id="133" creationId="{B00EEA36-08CB-EAFE-B521-763F271B2B6D}"/>
          </ac:cxnSpMkLst>
        </pc:cxnChg>
        <pc:cxnChg chg="add mod">
          <ac:chgData name="Manuel Altermatt" userId="24262746d1e8fa49" providerId="LiveId" clId="{4DF79C66-A70D-4A10-B8AA-297A003751DD}" dt="2025-04-17T12:52:52.633" v="229" actId="1076"/>
          <ac:cxnSpMkLst>
            <pc:docMk/>
            <pc:sldMk cId="1655542404" sldId="256"/>
            <ac:cxnSpMk id="135" creationId="{C315E144-E4B9-F87B-8077-00F22B4E7BBA}"/>
          </ac:cxnSpMkLst>
        </pc:cxnChg>
        <pc:cxnChg chg="add mod">
          <ac:chgData name="Manuel Altermatt" userId="24262746d1e8fa49" providerId="LiveId" clId="{4DF79C66-A70D-4A10-B8AA-297A003751DD}" dt="2025-04-17T19:48:42.822" v="252" actId="1076"/>
          <ac:cxnSpMkLst>
            <pc:docMk/>
            <pc:sldMk cId="1655542404" sldId="256"/>
            <ac:cxnSpMk id="137" creationId="{C22BB8E5-513E-B927-72EA-C67CE80267AE}"/>
          </ac:cxnSpMkLst>
        </pc:cxnChg>
        <pc:cxnChg chg="add mod">
          <ac:chgData name="Manuel Altermatt" userId="24262746d1e8fa49" providerId="LiveId" clId="{4DF79C66-A70D-4A10-B8AA-297A003751DD}" dt="2025-04-17T19:48:51.090" v="256" actId="1076"/>
          <ac:cxnSpMkLst>
            <pc:docMk/>
            <pc:sldMk cId="1655542404" sldId="256"/>
            <ac:cxnSpMk id="146" creationId="{C9E4A663-CC6B-57F8-ABA0-85792C93C00B}"/>
          </ac:cxnSpMkLst>
        </pc:cxnChg>
        <pc:cxnChg chg="add mod">
          <ac:chgData name="Manuel Altermatt" userId="24262746d1e8fa49" providerId="LiveId" clId="{4DF79C66-A70D-4A10-B8AA-297A003751DD}" dt="2025-04-17T12:54:39.380" v="241" actId="14100"/>
          <ac:cxnSpMkLst>
            <pc:docMk/>
            <pc:sldMk cId="1655542404" sldId="256"/>
            <ac:cxnSpMk id="147" creationId="{B908B736-B753-75B9-D265-E6CB2051A13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F0F99-5B65-C847-AF6F-D81104153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825699-1482-0CAE-B68C-62AEE360A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2C574-4786-1FC8-3959-37DD871F4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34108-A6F5-468B-ADF5-25E7707080DD}" type="datetimeFigureOut">
              <a:rPr lang="en-CH" smtClean="0"/>
              <a:t>17.04.2025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2A98F-9E9D-A774-02D0-D5DE08A6C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209BE-47F6-44D1-6ADB-94FA6927B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6DD3D-C11A-4E03-817F-F83E81B9AEF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09697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05C4-7423-785A-0A60-0F2E8DE2D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107F3-2518-04D3-D17E-52D462CA5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15029-92FE-D3AE-7C51-BB82B20A5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34108-A6F5-468B-ADF5-25E7707080DD}" type="datetimeFigureOut">
              <a:rPr lang="en-CH" smtClean="0"/>
              <a:t>17.04.2025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4CC6B-549E-276C-DB62-4349D584B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7E8F2-7777-E248-62FD-0981DBEED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6DD3D-C11A-4E03-817F-F83E81B9AEF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47004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A4E48-C754-F0AF-E6A5-9F8BC2188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7D027-ED50-7EA2-3CEC-EAA8B0238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68F21-1A6E-61AD-8FE9-D27A9EFF8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34108-A6F5-468B-ADF5-25E7707080DD}" type="datetimeFigureOut">
              <a:rPr lang="en-CH" smtClean="0"/>
              <a:t>17.04.2025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5C3F0-E3C2-048B-43A0-EB7BB8BB9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FC720-578D-7F8E-3B16-BFEDEFA3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6DD3D-C11A-4E03-817F-F83E81B9AEF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37666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9320C-03E0-9F9F-95B7-B870FE181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99E99-65F1-DF58-DF23-E942639FB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55334-CCE0-A22F-555D-7778432F2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716DF-3684-3FDD-388E-4A1E04BC8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34108-A6F5-468B-ADF5-25E7707080DD}" type="datetimeFigureOut">
              <a:rPr lang="en-CH" smtClean="0"/>
              <a:t>17.04.2025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A2AF1-7206-EBC1-98AA-3508EBF83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BEFA7-1F86-DB92-E5A9-24A47CA2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6DD3D-C11A-4E03-817F-F83E81B9AEF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0359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8A8DF-2946-DE8B-5B2F-C35320819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FE9FF-B0F1-DA67-6864-FBDC27441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38184-AA0A-7984-6C95-CBC055430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00E23C-DB3E-E368-DDDD-E64770017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809107-52AA-DCFB-1B91-02FB516A5E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8413B7-EDFA-EF6A-5C09-1B2FDB4D2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34108-A6F5-468B-ADF5-25E7707080DD}" type="datetimeFigureOut">
              <a:rPr lang="en-CH" smtClean="0"/>
              <a:t>17.04.2025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70874E-2F36-4A7D-8B82-B96369D39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82FF4D-91AE-9CCE-3F03-0861476CA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6DD3D-C11A-4E03-817F-F83E81B9AEF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1312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BFA76-F257-3E4E-4C71-53EE7005A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BF933-FC52-B23F-4820-4DB2ACD92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34108-A6F5-468B-ADF5-25E7707080DD}" type="datetimeFigureOut">
              <a:rPr lang="en-CH" smtClean="0"/>
              <a:t>17.04.2025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250046-4C60-9F90-0CAC-609B1F061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BDD27-63C4-EB85-BA0C-BC5683460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6DD3D-C11A-4E03-817F-F83E81B9AEF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59704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F22321-F08B-63E8-A774-9E7239BD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34108-A6F5-468B-ADF5-25E7707080DD}" type="datetimeFigureOut">
              <a:rPr lang="en-CH" smtClean="0"/>
              <a:t>17.04.2025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491D5F-8605-C02B-7613-5C6111758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A3118-120B-4075-C49B-BDB6C52B4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6DD3D-C11A-4E03-817F-F83E81B9AEF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0639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03B2C-4895-F9F8-5D40-98FC9741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8927D-C4A4-728D-331D-86A6C1AA3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58529-1C7F-FA0A-4BEB-3AA6712B3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AFADEA-F18F-DEF0-976B-91CC3ADFE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34108-A6F5-468B-ADF5-25E7707080DD}" type="datetimeFigureOut">
              <a:rPr lang="en-CH" smtClean="0"/>
              <a:t>17.04.2025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05872-0CF6-204D-0814-5DD11175A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00FB1-7A04-2A34-4D01-5B3C06525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6DD3D-C11A-4E03-817F-F83E81B9AEF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48918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DF233-58E9-9463-5EA1-5638DE38A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739E33-00B8-5002-D691-FCBFC8C6AF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5E5A5-ACD4-ECC7-A5CB-1CDB8F3DB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99308-60E6-8811-AB9A-430E22165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34108-A6F5-468B-ADF5-25E7707080DD}" type="datetimeFigureOut">
              <a:rPr lang="en-CH" smtClean="0"/>
              <a:t>17.04.2025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F171A-6FC7-9C42-C176-31ABFBFD4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EE613-7DF9-0D4D-A978-ADD2281C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6DD3D-C11A-4E03-817F-F83E81B9AEF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27997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EF047-1987-3F46-A2CC-96A9219A2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67E944-ED9A-EA0E-34ED-E3D07025C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17D77-5F4E-5DA1-5E57-472564866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34108-A6F5-468B-ADF5-25E7707080DD}" type="datetimeFigureOut">
              <a:rPr lang="en-CH" smtClean="0"/>
              <a:t>17.04.2025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AD9B0-1662-D720-7638-CE7ABD555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27FEF-9CE8-7C1E-879B-E21A78408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6DD3D-C11A-4E03-817F-F83E81B9AEF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65126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E23533-757B-D624-2A9A-60BD7DBD57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E77AF-3EF3-689D-9DE7-F08713D4A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E3A86-DF6E-4F55-3097-212EF21AE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34108-A6F5-468B-ADF5-25E7707080DD}" type="datetimeFigureOut">
              <a:rPr lang="en-CH" smtClean="0"/>
              <a:t>17.04.2025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C1E55-EB73-D38D-296D-C3B4EF0EC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082FA-028E-AA56-E9FB-A2655C2CD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6DD3D-C11A-4E03-817F-F83E81B9AEF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35001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9B9CF-6225-48A2-A86C-51F7ECA8D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8BC9C-7808-CE36-DD23-B36FE3F41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5653C-B9B8-89FC-1472-F4EBB787AE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34108-A6F5-468B-ADF5-25E7707080DD}" type="datetimeFigureOut">
              <a:rPr lang="en-CH" smtClean="0"/>
              <a:t>17.04.2025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B6C4B-CC93-7B34-1675-6A3244D41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FC8A1-EB5A-28E7-02B8-5301576A5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86DD3D-C11A-4E03-817F-F83E81B9AEF6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26362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24E5F6-3B11-B467-4FF4-A6AECE45D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946" y="766383"/>
            <a:ext cx="5544324" cy="55157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4C7690-AB15-AEC9-18EC-0093C7D4A154}"/>
              </a:ext>
            </a:extLst>
          </p:cNvPr>
          <p:cNvSpPr txBox="1"/>
          <p:nvPr/>
        </p:nvSpPr>
        <p:spPr>
          <a:xfrm>
            <a:off x="6432584" y="671127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0, 0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C0E905-A030-98C1-8F49-01D7C98E8C36}"/>
              </a:ext>
            </a:extLst>
          </p:cNvPr>
          <p:cNvSpPr txBox="1"/>
          <p:nvPr/>
        </p:nvSpPr>
        <p:spPr>
          <a:xfrm>
            <a:off x="7405082" y="671127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0, 1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43C8DD-BED7-42CB-FA06-D727B0DF937F}"/>
              </a:ext>
            </a:extLst>
          </p:cNvPr>
          <p:cNvSpPr txBox="1"/>
          <p:nvPr/>
        </p:nvSpPr>
        <p:spPr>
          <a:xfrm>
            <a:off x="9482177" y="671127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0, 3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14875B-A417-505C-72E4-AD5CBCBC6ABC}"/>
              </a:ext>
            </a:extLst>
          </p:cNvPr>
          <p:cNvSpPr txBox="1"/>
          <p:nvPr/>
        </p:nvSpPr>
        <p:spPr>
          <a:xfrm>
            <a:off x="8504551" y="673921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0, 2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B10F46-7707-E514-07D1-D4C020161DEC}"/>
              </a:ext>
            </a:extLst>
          </p:cNvPr>
          <p:cNvSpPr txBox="1"/>
          <p:nvPr/>
        </p:nvSpPr>
        <p:spPr>
          <a:xfrm>
            <a:off x="10587076" y="671127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0, 4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987426-4CBE-90BB-3F7A-28B3704C0121}"/>
              </a:ext>
            </a:extLst>
          </p:cNvPr>
          <p:cNvSpPr txBox="1"/>
          <p:nvPr/>
        </p:nvSpPr>
        <p:spPr>
          <a:xfrm>
            <a:off x="5958751" y="1181551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1, 0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9BD97B-748E-ED7B-7B6F-37790DC62DB2}"/>
              </a:ext>
            </a:extLst>
          </p:cNvPr>
          <p:cNvSpPr txBox="1"/>
          <p:nvPr/>
        </p:nvSpPr>
        <p:spPr>
          <a:xfrm>
            <a:off x="6931249" y="1181551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1, 1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6AD8B3-47EC-EC3C-6AC8-20394DC3DAB6}"/>
              </a:ext>
            </a:extLst>
          </p:cNvPr>
          <p:cNvSpPr txBox="1"/>
          <p:nvPr/>
        </p:nvSpPr>
        <p:spPr>
          <a:xfrm>
            <a:off x="9008344" y="1181551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1, 3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61D7CA-1D6C-50D3-5F90-0334B46B7FB2}"/>
              </a:ext>
            </a:extLst>
          </p:cNvPr>
          <p:cNvSpPr txBox="1"/>
          <p:nvPr/>
        </p:nvSpPr>
        <p:spPr>
          <a:xfrm>
            <a:off x="8030718" y="1184345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1, 2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5A045-8003-7278-EFBC-CA2816BD84FC}"/>
              </a:ext>
            </a:extLst>
          </p:cNvPr>
          <p:cNvSpPr txBox="1"/>
          <p:nvPr/>
        </p:nvSpPr>
        <p:spPr>
          <a:xfrm>
            <a:off x="10113243" y="1181551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1, 4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FF8CB0-3FFB-DBF3-8250-833538628E7D}"/>
              </a:ext>
            </a:extLst>
          </p:cNvPr>
          <p:cNvSpPr txBox="1"/>
          <p:nvPr/>
        </p:nvSpPr>
        <p:spPr>
          <a:xfrm>
            <a:off x="4484959" y="1160268"/>
            <a:ext cx="725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1, -1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752479-431B-7F16-889A-84A517AEAAD1}"/>
              </a:ext>
            </a:extLst>
          </p:cNvPr>
          <p:cNvSpPr txBox="1"/>
          <p:nvPr/>
        </p:nvSpPr>
        <p:spPr>
          <a:xfrm>
            <a:off x="7445447" y="1663744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2, 1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39A4F9-B9C2-9C10-C273-8F729C376863}"/>
              </a:ext>
            </a:extLst>
          </p:cNvPr>
          <p:cNvSpPr txBox="1"/>
          <p:nvPr/>
        </p:nvSpPr>
        <p:spPr>
          <a:xfrm>
            <a:off x="9522542" y="1663744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2, 3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B626FF-F518-F638-8877-6432DC1FA839}"/>
              </a:ext>
            </a:extLst>
          </p:cNvPr>
          <p:cNvSpPr txBox="1"/>
          <p:nvPr/>
        </p:nvSpPr>
        <p:spPr>
          <a:xfrm>
            <a:off x="8544916" y="1666538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2, 2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5E0A7D-9152-346A-5D85-1A67D670342D}"/>
              </a:ext>
            </a:extLst>
          </p:cNvPr>
          <p:cNvSpPr txBox="1"/>
          <p:nvPr/>
        </p:nvSpPr>
        <p:spPr>
          <a:xfrm>
            <a:off x="10627441" y="1663744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2, 4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3BD2B0-6B6D-5A7C-25EF-743AF1A0487C}"/>
              </a:ext>
            </a:extLst>
          </p:cNvPr>
          <p:cNvSpPr txBox="1"/>
          <p:nvPr/>
        </p:nvSpPr>
        <p:spPr>
          <a:xfrm>
            <a:off x="5928343" y="2186382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3, 0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3A629-6997-DBD3-E776-E27AD6E9D965}"/>
              </a:ext>
            </a:extLst>
          </p:cNvPr>
          <p:cNvSpPr txBox="1"/>
          <p:nvPr/>
        </p:nvSpPr>
        <p:spPr>
          <a:xfrm>
            <a:off x="6900841" y="2186382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3, 1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5F57AF-9FBD-FED3-12A2-65315E8E4AC8}"/>
              </a:ext>
            </a:extLst>
          </p:cNvPr>
          <p:cNvSpPr txBox="1"/>
          <p:nvPr/>
        </p:nvSpPr>
        <p:spPr>
          <a:xfrm>
            <a:off x="8977936" y="2186382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3, 3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23922C-3494-D8C8-8330-877352E98460}"/>
              </a:ext>
            </a:extLst>
          </p:cNvPr>
          <p:cNvSpPr txBox="1"/>
          <p:nvPr/>
        </p:nvSpPr>
        <p:spPr>
          <a:xfrm>
            <a:off x="8000310" y="2189176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3, 2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814B9B-46C2-2C0A-1D0E-DEDEDC4B0B56}"/>
              </a:ext>
            </a:extLst>
          </p:cNvPr>
          <p:cNvSpPr txBox="1"/>
          <p:nvPr/>
        </p:nvSpPr>
        <p:spPr>
          <a:xfrm>
            <a:off x="10082835" y="2186382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3, 4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BFCD97-859E-0131-21C9-FF3D739C5F52}"/>
              </a:ext>
            </a:extLst>
          </p:cNvPr>
          <p:cNvSpPr txBox="1"/>
          <p:nvPr/>
        </p:nvSpPr>
        <p:spPr>
          <a:xfrm>
            <a:off x="6431936" y="2704329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4, 0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32296A-E0C6-E80F-D1CC-1A0681C80570}"/>
              </a:ext>
            </a:extLst>
          </p:cNvPr>
          <p:cNvSpPr txBox="1"/>
          <p:nvPr/>
        </p:nvSpPr>
        <p:spPr>
          <a:xfrm>
            <a:off x="7404434" y="2704329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4, 1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832BFD-AF71-505B-5C6C-9581460EA01F}"/>
              </a:ext>
            </a:extLst>
          </p:cNvPr>
          <p:cNvSpPr txBox="1"/>
          <p:nvPr/>
        </p:nvSpPr>
        <p:spPr>
          <a:xfrm>
            <a:off x="9481529" y="2704329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4, 3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C9B79C-DF8F-4B38-E5BB-22937731F1C7}"/>
              </a:ext>
            </a:extLst>
          </p:cNvPr>
          <p:cNvSpPr txBox="1"/>
          <p:nvPr/>
        </p:nvSpPr>
        <p:spPr>
          <a:xfrm>
            <a:off x="8503903" y="2707123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4, 2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28AA4A-83C3-EBA9-EE72-D67DBC4B5682}"/>
              </a:ext>
            </a:extLst>
          </p:cNvPr>
          <p:cNvSpPr txBox="1"/>
          <p:nvPr/>
        </p:nvSpPr>
        <p:spPr>
          <a:xfrm>
            <a:off x="10586428" y="2704329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4, 4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250D30E-F758-F979-B36E-DEE118A8EB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237" t="93022" r="24103"/>
          <a:stretch/>
        </p:blipFill>
        <p:spPr>
          <a:xfrm>
            <a:off x="10426359" y="5802406"/>
            <a:ext cx="812779" cy="38488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37711AC-0D85-EAC9-2CB4-811F1DB15465}"/>
              </a:ext>
            </a:extLst>
          </p:cNvPr>
          <p:cNvSpPr txBox="1"/>
          <p:nvPr/>
        </p:nvSpPr>
        <p:spPr>
          <a:xfrm>
            <a:off x="5958751" y="3191213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5, 0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EBC9B6-DFD8-EF00-0301-02485873F22F}"/>
              </a:ext>
            </a:extLst>
          </p:cNvPr>
          <p:cNvSpPr txBox="1"/>
          <p:nvPr/>
        </p:nvSpPr>
        <p:spPr>
          <a:xfrm>
            <a:off x="6931249" y="3191213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5, 1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2CA428-A2DB-E60D-2BF0-84E6A0CAA8BB}"/>
              </a:ext>
            </a:extLst>
          </p:cNvPr>
          <p:cNvSpPr txBox="1"/>
          <p:nvPr/>
        </p:nvSpPr>
        <p:spPr>
          <a:xfrm>
            <a:off x="9008344" y="3191213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5, 3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C07638-688B-29E6-8282-87D3BAA6309B}"/>
              </a:ext>
            </a:extLst>
          </p:cNvPr>
          <p:cNvSpPr txBox="1"/>
          <p:nvPr/>
        </p:nvSpPr>
        <p:spPr>
          <a:xfrm>
            <a:off x="8030718" y="3194007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5, 2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EB5C15-3D12-9CC7-8DA0-B8D6F42F1779}"/>
              </a:ext>
            </a:extLst>
          </p:cNvPr>
          <p:cNvSpPr txBox="1"/>
          <p:nvPr/>
        </p:nvSpPr>
        <p:spPr>
          <a:xfrm>
            <a:off x="10113243" y="3191213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5, 4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83446B-C726-C26B-DFB8-829562846132}"/>
              </a:ext>
            </a:extLst>
          </p:cNvPr>
          <p:cNvSpPr txBox="1"/>
          <p:nvPr/>
        </p:nvSpPr>
        <p:spPr>
          <a:xfrm>
            <a:off x="11076746" y="1184973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1, 5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37EEA9-9159-FC36-3244-6DC078BEE6DC}"/>
              </a:ext>
            </a:extLst>
          </p:cNvPr>
          <p:cNvSpPr txBox="1"/>
          <p:nvPr/>
        </p:nvSpPr>
        <p:spPr>
          <a:xfrm>
            <a:off x="11076746" y="2186382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3, 5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B349C3-BF01-7BEB-CD97-89BAB7587B5A}"/>
              </a:ext>
            </a:extLst>
          </p:cNvPr>
          <p:cNvSpPr txBox="1"/>
          <p:nvPr/>
        </p:nvSpPr>
        <p:spPr>
          <a:xfrm>
            <a:off x="11050351" y="3181092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5, 5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6E9FE1A-6746-15CD-404B-6DD18A4AFD13}"/>
              </a:ext>
            </a:extLst>
          </p:cNvPr>
          <p:cNvSpPr txBox="1"/>
          <p:nvPr/>
        </p:nvSpPr>
        <p:spPr>
          <a:xfrm>
            <a:off x="6431936" y="3733039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6, 0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DB56CF-BD57-F541-328C-6353F81DE2C6}"/>
              </a:ext>
            </a:extLst>
          </p:cNvPr>
          <p:cNvSpPr txBox="1"/>
          <p:nvPr/>
        </p:nvSpPr>
        <p:spPr>
          <a:xfrm>
            <a:off x="7404434" y="3733039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6, 1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77CFF9-DE32-4257-47F8-8C836C09E971}"/>
              </a:ext>
            </a:extLst>
          </p:cNvPr>
          <p:cNvSpPr txBox="1"/>
          <p:nvPr/>
        </p:nvSpPr>
        <p:spPr>
          <a:xfrm>
            <a:off x="9481529" y="3733039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6, 3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862BD3-248C-C345-2DB6-178DD4246D67}"/>
              </a:ext>
            </a:extLst>
          </p:cNvPr>
          <p:cNvSpPr txBox="1"/>
          <p:nvPr/>
        </p:nvSpPr>
        <p:spPr>
          <a:xfrm>
            <a:off x="8503903" y="3735833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6, 2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573B99-034E-04D6-09D9-9EF37EFEDFC5}"/>
              </a:ext>
            </a:extLst>
          </p:cNvPr>
          <p:cNvSpPr txBox="1"/>
          <p:nvPr/>
        </p:nvSpPr>
        <p:spPr>
          <a:xfrm>
            <a:off x="10586428" y="3733039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6, 4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B71CBE-D757-BAB3-1308-8FA45400FF10}"/>
              </a:ext>
            </a:extLst>
          </p:cNvPr>
          <p:cNvSpPr txBox="1"/>
          <p:nvPr/>
        </p:nvSpPr>
        <p:spPr>
          <a:xfrm>
            <a:off x="6431936" y="4765538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8, 0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3921F95-A168-BAEA-0EE6-AD636F51E53E}"/>
              </a:ext>
            </a:extLst>
          </p:cNvPr>
          <p:cNvSpPr txBox="1"/>
          <p:nvPr/>
        </p:nvSpPr>
        <p:spPr>
          <a:xfrm>
            <a:off x="7404434" y="4765538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8, 1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FF041DB-58E6-3E7D-5F1B-FDD25D9D72FF}"/>
              </a:ext>
            </a:extLst>
          </p:cNvPr>
          <p:cNvSpPr txBox="1"/>
          <p:nvPr/>
        </p:nvSpPr>
        <p:spPr>
          <a:xfrm>
            <a:off x="9481529" y="4765538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8, 3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053A7E-F33D-A938-7753-894E00B9F821}"/>
              </a:ext>
            </a:extLst>
          </p:cNvPr>
          <p:cNvSpPr txBox="1"/>
          <p:nvPr/>
        </p:nvSpPr>
        <p:spPr>
          <a:xfrm>
            <a:off x="8503903" y="4768332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8, 2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CDF8E4-F07C-8E92-4EF3-2B2630A37EC4}"/>
              </a:ext>
            </a:extLst>
          </p:cNvPr>
          <p:cNvSpPr txBox="1"/>
          <p:nvPr/>
        </p:nvSpPr>
        <p:spPr>
          <a:xfrm>
            <a:off x="10586428" y="4765538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8, 4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9E20205-288D-75A5-72F9-C17E1F47E36A}"/>
              </a:ext>
            </a:extLst>
          </p:cNvPr>
          <p:cNvSpPr txBox="1"/>
          <p:nvPr/>
        </p:nvSpPr>
        <p:spPr>
          <a:xfrm>
            <a:off x="6431935" y="5782770"/>
            <a:ext cx="66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10, 0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9FEF6D-B249-07F9-4A42-016099C4BB6B}"/>
              </a:ext>
            </a:extLst>
          </p:cNvPr>
          <p:cNvSpPr txBox="1"/>
          <p:nvPr/>
        </p:nvSpPr>
        <p:spPr>
          <a:xfrm>
            <a:off x="7404433" y="5782770"/>
            <a:ext cx="699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10, 1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5FB444-D796-DB6A-4E8E-CCC8E8B9185E}"/>
              </a:ext>
            </a:extLst>
          </p:cNvPr>
          <p:cNvSpPr txBox="1"/>
          <p:nvPr/>
        </p:nvSpPr>
        <p:spPr>
          <a:xfrm>
            <a:off x="9481529" y="5782770"/>
            <a:ext cx="699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10, 3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29B2ED-5B31-6909-5ABF-04367C48DEEC}"/>
              </a:ext>
            </a:extLst>
          </p:cNvPr>
          <p:cNvSpPr txBox="1"/>
          <p:nvPr/>
        </p:nvSpPr>
        <p:spPr>
          <a:xfrm>
            <a:off x="8503902" y="5785564"/>
            <a:ext cx="66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10, 2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3A23C40-3A7A-28FC-2D67-707820449748}"/>
              </a:ext>
            </a:extLst>
          </p:cNvPr>
          <p:cNvSpPr txBox="1"/>
          <p:nvPr/>
        </p:nvSpPr>
        <p:spPr>
          <a:xfrm>
            <a:off x="10586427" y="5782770"/>
            <a:ext cx="698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10, 4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58ACD4-82F3-6E26-5106-0667D4E20C95}"/>
              </a:ext>
            </a:extLst>
          </p:cNvPr>
          <p:cNvSpPr txBox="1"/>
          <p:nvPr/>
        </p:nvSpPr>
        <p:spPr>
          <a:xfrm>
            <a:off x="5953077" y="5276714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9, 0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851980-FAED-974E-350E-F7EA4B0162DC}"/>
              </a:ext>
            </a:extLst>
          </p:cNvPr>
          <p:cNvSpPr txBox="1"/>
          <p:nvPr/>
        </p:nvSpPr>
        <p:spPr>
          <a:xfrm>
            <a:off x="6925575" y="5276714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9, 1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8C2FDA9-DC21-C70F-75EF-52E23027818D}"/>
              </a:ext>
            </a:extLst>
          </p:cNvPr>
          <p:cNvSpPr txBox="1"/>
          <p:nvPr/>
        </p:nvSpPr>
        <p:spPr>
          <a:xfrm>
            <a:off x="9002670" y="5276714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9, 3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DCFC720-0BA7-FCEF-851A-078B616C0881}"/>
              </a:ext>
            </a:extLst>
          </p:cNvPr>
          <p:cNvSpPr txBox="1"/>
          <p:nvPr/>
        </p:nvSpPr>
        <p:spPr>
          <a:xfrm>
            <a:off x="8025044" y="5279508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9, 2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EC891A-8D1A-5149-4001-C0E167F14E6C}"/>
              </a:ext>
            </a:extLst>
          </p:cNvPr>
          <p:cNvSpPr txBox="1"/>
          <p:nvPr/>
        </p:nvSpPr>
        <p:spPr>
          <a:xfrm>
            <a:off x="10107569" y="5276714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9, 4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9158938-692C-4329-B8B7-70F9BB48B1B4}"/>
              </a:ext>
            </a:extLst>
          </p:cNvPr>
          <p:cNvSpPr txBox="1"/>
          <p:nvPr/>
        </p:nvSpPr>
        <p:spPr>
          <a:xfrm>
            <a:off x="11044677" y="5266593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9, 5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9BF3A04-AE6A-64E7-1F98-97D6A75B2A89}"/>
              </a:ext>
            </a:extLst>
          </p:cNvPr>
          <p:cNvSpPr txBox="1"/>
          <p:nvPr/>
        </p:nvSpPr>
        <p:spPr>
          <a:xfrm>
            <a:off x="5932659" y="4215772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7, 0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4634B0-0D89-7F94-0146-729943956A2A}"/>
              </a:ext>
            </a:extLst>
          </p:cNvPr>
          <p:cNvSpPr txBox="1"/>
          <p:nvPr/>
        </p:nvSpPr>
        <p:spPr>
          <a:xfrm>
            <a:off x="6905157" y="4215772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7, 1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0ED72B6-0326-B736-4F69-8C7A315796B0}"/>
              </a:ext>
            </a:extLst>
          </p:cNvPr>
          <p:cNvSpPr txBox="1"/>
          <p:nvPr/>
        </p:nvSpPr>
        <p:spPr>
          <a:xfrm>
            <a:off x="8982252" y="4215772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7, 3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1501BD3-63C7-1565-5E08-C355C37AE41E}"/>
              </a:ext>
            </a:extLst>
          </p:cNvPr>
          <p:cNvSpPr txBox="1"/>
          <p:nvPr/>
        </p:nvSpPr>
        <p:spPr>
          <a:xfrm>
            <a:off x="8004626" y="4218566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7, 2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9D7EFEB-27C1-FA01-4E6B-F2795063E9C4}"/>
              </a:ext>
            </a:extLst>
          </p:cNvPr>
          <p:cNvSpPr txBox="1"/>
          <p:nvPr/>
        </p:nvSpPr>
        <p:spPr>
          <a:xfrm>
            <a:off x="10087151" y="4215772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7, 4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A6D46BD-4B05-C62A-B3B4-20E7A00C402F}"/>
              </a:ext>
            </a:extLst>
          </p:cNvPr>
          <p:cNvSpPr txBox="1"/>
          <p:nvPr/>
        </p:nvSpPr>
        <p:spPr>
          <a:xfrm>
            <a:off x="11024259" y="4205651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7, 5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E69741CB-1EA9-E2E3-D5E7-174D483DE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88136" y="664597"/>
            <a:ext cx="3743847" cy="444879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B21A5A-A1F1-C2E4-6339-16FF079070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51"/>
          <a:stretch/>
        </p:blipFill>
        <p:spPr>
          <a:xfrm>
            <a:off x="6001131" y="-4499294"/>
            <a:ext cx="5544324" cy="5270258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08EB73D1-9D73-1DAA-C122-B5F72BBFB9E0}"/>
              </a:ext>
            </a:extLst>
          </p:cNvPr>
          <p:cNvSpPr txBox="1"/>
          <p:nvPr/>
        </p:nvSpPr>
        <p:spPr>
          <a:xfrm>
            <a:off x="6464233" y="-2466093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-6, 0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806EF03-204B-D612-08E1-B59BB19E2ABA}"/>
              </a:ext>
            </a:extLst>
          </p:cNvPr>
          <p:cNvSpPr txBox="1"/>
          <p:nvPr/>
        </p:nvSpPr>
        <p:spPr>
          <a:xfrm>
            <a:off x="7436730" y="-2466093"/>
            <a:ext cx="666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-6, 1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5D579CA-52BD-EDD4-78F8-483C4E15180B}"/>
              </a:ext>
            </a:extLst>
          </p:cNvPr>
          <p:cNvSpPr txBox="1"/>
          <p:nvPr/>
        </p:nvSpPr>
        <p:spPr>
          <a:xfrm>
            <a:off x="9513826" y="-2466093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-6, 3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9A2335C-0C50-AD9E-4B91-F2F19F6416CC}"/>
              </a:ext>
            </a:extLst>
          </p:cNvPr>
          <p:cNvSpPr txBox="1"/>
          <p:nvPr/>
        </p:nvSpPr>
        <p:spPr>
          <a:xfrm>
            <a:off x="8536200" y="-2463299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-6, 2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2BE0D81-129B-D1C4-302B-E80504BE53DF}"/>
              </a:ext>
            </a:extLst>
          </p:cNvPr>
          <p:cNvSpPr txBox="1"/>
          <p:nvPr/>
        </p:nvSpPr>
        <p:spPr>
          <a:xfrm>
            <a:off x="10618725" y="-2466093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-6, 4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4EB823-4A39-0BDA-2560-D41269FDF130}"/>
              </a:ext>
            </a:extLst>
          </p:cNvPr>
          <p:cNvSpPr txBox="1"/>
          <p:nvPr/>
        </p:nvSpPr>
        <p:spPr>
          <a:xfrm>
            <a:off x="5991047" y="-1979209"/>
            <a:ext cx="732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  <a:r>
              <a:rPr lang="en-CH" dirty="0"/>
              <a:t>5, 0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A85662D-9AD8-F0EC-BE41-8DF759B59334}"/>
              </a:ext>
            </a:extLst>
          </p:cNvPr>
          <p:cNvSpPr txBox="1"/>
          <p:nvPr/>
        </p:nvSpPr>
        <p:spPr>
          <a:xfrm>
            <a:off x="6963546" y="-1979209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-5, 1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7621DE4-E812-877C-3259-5792861D3689}"/>
              </a:ext>
            </a:extLst>
          </p:cNvPr>
          <p:cNvSpPr txBox="1"/>
          <p:nvPr/>
        </p:nvSpPr>
        <p:spPr>
          <a:xfrm>
            <a:off x="9040641" y="-1979209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-5, 3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6327EAC-504F-C068-064D-6D83EF39106F}"/>
              </a:ext>
            </a:extLst>
          </p:cNvPr>
          <p:cNvSpPr txBox="1"/>
          <p:nvPr/>
        </p:nvSpPr>
        <p:spPr>
          <a:xfrm>
            <a:off x="8063015" y="-1976415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-5, 2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7365188-9E80-EDFA-D16B-287FC573A893}"/>
              </a:ext>
            </a:extLst>
          </p:cNvPr>
          <p:cNvSpPr txBox="1"/>
          <p:nvPr/>
        </p:nvSpPr>
        <p:spPr>
          <a:xfrm>
            <a:off x="10145540" y="-1979209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-5, 4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A0AE77A-E3EC-80B3-19D0-98CFA43F808A}"/>
              </a:ext>
            </a:extLst>
          </p:cNvPr>
          <p:cNvSpPr txBox="1"/>
          <p:nvPr/>
        </p:nvSpPr>
        <p:spPr>
          <a:xfrm>
            <a:off x="11082648" y="-1989330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-5, 5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767A776-3233-3CD1-CDA0-AF2B03E577DA}"/>
              </a:ext>
            </a:extLst>
          </p:cNvPr>
          <p:cNvSpPr txBox="1"/>
          <p:nvPr/>
        </p:nvSpPr>
        <p:spPr>
          <a:xfrm>
            <a:off x="6464232" y="-1437383"/>
            <a:ext cx="630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-4, 0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687A426-F74A-0949-2F80-D42B52B5C68E}"/>
              </a:ext>
            </a:extLst>
          </p:cNvPr>
          <p:cNvSpPr txBox="1"/>
          <p:nvPr/>
        </p:nvSpPr>
        <p:spPr>
          <a:xfrm>
            <a:off x="7436731" y="-1437383"/>
            <a:ext cx="666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-4, 1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E75F3E3-BAA8-F04D-BC26-B9402E92B8B2}"/>
              </a:ext>
            </a:extLst>
          </p:cNvPr>
          <p:cNvSpPr txBox="1"/>
          <p:nvPr/>
        </p:nvSpPr>
        <p:spPr>
          <a:xfrm>
            <a:off x="9513826" y="-1437383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-4, 3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83A4BE8-AD72-DAB8-8A14-E99E44C85C7E}"/>
              </a:ext>
            </a:extLst>
          </p:cNvPr>
          <p:cNvSpPr txBox="1"/>
          <p:nvPr/>
        </p:nvSpPr>
        <p:spPr>
          <a:xfrm>
            <a:off x="8536200" y="-1434589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-4, 2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655CEF9-80AD-C5CB-6B7E-3A9996A7D66F}"/>
              </a:ext>
            </a:extLst>
          </p:cNvPr>
          <p:cNvSpPr txBox="1"/>
          <p:nvPr/>
        </p:nvSpPr>
        <p:spPr>
          <a:xfrm>
            <a:off x="10618725" y="-1437383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-4, 4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2645CB4-DD30-CF86-8CC7-5C467BCF2BD7}"/>
              </a:ext>
            </a:extLst>
          </p:cNvPr>
          <p:cNvSpPr txBox="1"/>
          <p:nvPr/>
        </p:nvSpPr>
        <p:spPr>
          <a:xfrm>
            <a:off x="6464232" y="-404884"/>
            <a:ext cx="630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-2, 0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A31023B-784A-23C7-15E0-FAE4E67A8784}"/>
              </a:ext>
            </a:extLst>
          </p:cNvPr>
          <p:cNvSpPr txBox="1"/>
          <p:nvPr/>
        </p:nvSpPr>
        <p:spPr>
          <a:xfrm>
            <a:off x="7436731" y="-404884"/>
            <a:ext cx="626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-2, 1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D1DEE8C-6192-5ADB-0438-D618ED5A90D7}"/>
              </a:ext>
            </a:extLst>
          </p:cNvPr>
          <p:cNvSpPr txBox="1"/>
          <p:nvPr/>
        </p:nvSpPr>
        <p:spPr>
          <a:xfrm>
            <a:off x="9513825" y="-404884"/>
            <a:ext cx="666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-2, 3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E5C30F0-399B-51BE-45D8-293279EE4D21}"/>
              </a:ext>
            </a:extLst>
          </p:cNvPr>
          <p:cNvSpPr txBox="1"/>
          <p:nvPr/>
        </p:nvSpPr>
        <p:spPr>
          <a:xfrm>
            <a:off x="8507625" y="-402090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-2, 2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DC2C7DC-44C9-07FE-F138-EE9CE1B30365}"/>
              </a:ext>
            </a:extLst>
          </p:cNvPr>
          <p:cNvSpPr txBox="1"/>
          <p:nvPr/>
        </p:nvSpPr>
        <p:spPr>
          <a:xfrm>
            <a:off x="10618724" y="-404884"/>
            <a:ext cx="620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-2, 4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4E20C10-D0F9-C79B-7B1D-72AE1C6372F8}"/>
              </a:ext>
            </a:extLst>
          </p:cNvPr>
          <p:cNvSpPr txBox="1"/>
          <p:nvPr/>
        </p:nvSpPr>
        <p:spPr>
          <a:xfrm>
            <a:off x="5985373" y="106292"/>
            <a:ext cx="806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-1</a:t>
            </a:r>
            <a:r>
              <a:rPr lang="en-CH" dirty="0"/>
              <a:t>, 0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0F1DE19-18D6-CFA5-1C9E-DABD3E51AE0C}"/>
              </a:ext>
            </a:extLst>
          </p:cNvPr>
          <p:cNvSpPr txBox="1"/>
          <p:nvPr/>
        </p:nvSpPr>
        <p:spPr>
          <a:xfrm>
            <a:off x="6957871" y="106292"/>
            <a:ext cx="666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-1, 1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0B854E7-B0A0-724F-F231-5333A41527DF}"/>
              </a:ext>
            </a:extLst>
          </p:cNvPr>
          <p:cNvSpPr txBox="1"/>
          <p:nvPr/>
        </p:nvSpPr>
        <p:spPr>
          <a:xfrm>
            <a:off x="9034967" y="106292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-1, 3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ECBA495-9BF9-76F1-01E9-DC4D29C17094}"/>
              </a:ext>
            </a:extLst>
          </p:cNvPr>
          <p:cNvSpPr txBox="1"/>
          <p:nvPr/>
        </p:nvSpPr>
        <p:spPr>
          <a:xfrm>
            <a:off x="8057341" y="109086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-1, 2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0B1E1FD-BCAB-F91F-81D6-5867F9F42EF7}"/>
              </a:ext>
            </a:extLst>
          </p:cNvPr>
          <p:cNvSpPr txBox="1"/>
          <p:nvPr/>
        </p:nvSpPr>
        <p:spPr>
          <a:xfrm>
            <a:off x="10139866" y="106292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-1, 4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15E1B45-0441-0F2B-E9CD-5704A29A7024}"/>
              </a:ext>
            </a:extLst>
          </p:cNvPr>
          <p:cNvSpPr txBox="1"/>
          <p:nvPr/>
        </p:nvSpPr>
        <p:spPr>
          <a:xfrm>
            <a:off x="11076974" y="96171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-1, 5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D7F1A75-5774-E09B-87F9-D7097A8FEC66}"/>
              </a:ext>
            </a:extLst>
          </p:cNvPr>
          <p:cNvSpPr txBox="1"/>
          <p:nvPr/>
        </p:nvSpPr>
        <p:spPr>
          <a:xfrm>
            <a:off x="5964955" y="-954650"/>
            <a:ext cx="722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-3</a:t>
            </a:r>
            <a:r>
              <a:rPr lang="en-CH" dirty="0"/>
              <a:t>, 0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47E4C2F-02FA-E529-5275-1E8A2CF3F47F}"/>
              </a:ext>
            </a:extLst>
          </p:cNvPr>
          <p:cNvSpPr txBox="1"/>
          <p:nvPr/>
        </p:nvSpPr>
        <p:spPr>
          <a:xfrm>
            <a:off x="6937453" y="-954650"/>
            <a:ext cx="630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-3, 1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D94CCDB-3D82-C0F7-6638-957661AF6A64}"/>
              </a:ext>
            </a:extLst>
          </p:cNvPr>
          <p:cNvSpPr txBox="1"/>
          <p:nvPr/>
        </p:nvSpPr>
        <p:spPr>
          <a:xfrm>
            <a:off x="9014549" y="-954650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-3, 3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C2DFB99-36BE-40F8-C666-9BC036FD3612}"/>
              </a:ext>
            </a:extLst>
          </p:cNvPr>
          <p:cNvSpPr txBox="1"/>
          <p:nvPr/>
        </p:nvSpPr>
        <p:spPr>
          <a:xfrm>
            <a:off x="8036923" y="-951856"/>
            <a:ext cx="666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-3, 2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257BF96-6E5D-0D2F-4D82-B309C785FCD8}"/>
              </a:ext>
            </a:extLst>
          </p:cNvPr>
          <p:cNvSpPr txBox="1"/>
          <p:nvPr/>
        </p:nvSpPr>
        <p:spPr>
          <a:xfrm>
            <a:off x="10119448" y="-954650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-3, 4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564EF48-62EE-CEAE-AA5D-54A394D1084E}"/>
              </a:ext>
            </a:extLst>
          </p:cNvPr>
          <p:cNvSpPr txBox="1"/>
          <p:nvPr/>
        </p:nvSpPr>
        <p:spPr>
          <a:xfrm>
            <a:off x="11056556" y="-964771"/>
            <a:ext cx="63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-3, 5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A604B87-541F-1000-473C-6E16836CB323}"/>
              </a:ext>
            </a:extLst>
          </p:cNvPr>
          <p:cNvCxnSpPr>
            <a:cxnSpLocks/>
          </p:cNvCxnSpPr>
          <p:nvPr/>
        </p:nvCxnSpPr>
        <p:spPr>
          <a:xfrm>
            <a:off x="5518317" y="0"/>
            <a:ext cx="0" cy="581025"/>
          </a:xfrm>
          <a:prstGeom prst="line">
            <a:avLst/>
          </a:prstGeom>
          <a:ln w="762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FECE922-ED3F-BE05-379D-1C89157F2488}"/>
              </a:ext>
            </a:extLst>
          </p:cNvPr>
          <p:cNvCxnSpPr/>
          <p:nvPr/>
        </p:nvCxnSpPr>
        <p:spPr>
          <a:xfrm>
            <a:off x="5181552" y="855793"/>
            <a:ext cx="771525" cy="0"/>
          </a:xfrm>
          <a:prstGeom prst="line">
            <a:avLst/>
          </a:prstGeom>
          <a:ln w="762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168F4663-36C6-D57C-A352-03DE436214C3}"/>
              </a:ext>
            </a:extLst>
          </p:cNvPr>
          <p:cNvCxnSpPr>
            <a:cxnSpLocks/>
          </p:cNvCxnSpPr>
          <p:nvPr/>
        </p:nvCxnSpPr>
        <p:spPr>
          <a:xfrm flipH="1">
            <a:off x="4385622" y="948575"/>
            <a:ext cx="10227" cy="581025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B00EEA36-08CB-EAFE-B521-763F271B2B6D}"/>
              </a:ext>
            </a:extLst>
          </p:cNvPr>
          <p:cNvCxnSpPr>
            <a:cxnSpLocks/>
          </p:cNvCxnSpPr>
          <p:nvPr/>
        </p:nvCxnSpPr>
        <p:spPr>
          <a:xfrm>
            <a:off x="4162826" y="1757686"/>
            <a:ext cx="662620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C315E144-E4B9-F87B-8077-00F22B4E7BBA}"/>
              </a:ext>
            </a:extLst>
          </p:cNvPr>
          <p:cNvCxnSpPr>
            <a:cxnSpLocks/>
          </p:cNvCxnSpPr>
          <p:nvPr/>
        </p:nvCxnSpPr>
        <p:spPr>
          <a:xfrm flipH="1">
            <a:off x="3082493" y="1825300"/>
            <a:ext cx="842680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22BB8E5-513E-B927-72EA-C67CE80267AE}"/>
              </a:ext>
            </a:extLst>
          </p:cNvPr>
          <p:cNvCxnSpPr>
            <a:cxnSpLocks/>
          </p:cNvCxnSpPr>
          <p:nvPr/>
        </p:nvCxnSpPr>
        <p:spPr>
          <a:xfrm flipV="1">
            <a:off x="3381073" y="961168"/>
            <a:ext cx="0" cy="702576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A0D16A4C-9864-38E2-4DF5-1A4F91DA35B4}"/>
              </a:ext>
            </a:extLst>
          </p:cNvPr>
          <p:cNvSpPr txBox="1"/>
          <p:nvPr/>
        </p:nvSpPr>
        <p:spPr>
          <a:xfrm>
            <a:off x="5333114" y="468427"/>
            <a:ext cx="68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0, -1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371DEE8-3890-EAC6-82CA-61F3EBABF246}"/>
              </a:ext>
            </a:extLst>
          </p:cNvPr>
          <p:cNvSpPr txBox="1"/>
          <p:nvPr/>
        </p:nvSpPr>
        <p:spPr>
          <a:xfrm>
            <a:off x="4216725" y="1890761"/>
            <a:ext cx="68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2, -2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C3F6C56-370E-781E-6758-16E114C883CC}"/>
              </a:ext>
            </a:extLst>
          </p:cNvPr>
          <p:cNvSpPr txBox="1"/>
          <p:nvPr/>
        </p:nvSpPr>
        <p:spPr>
          <a:xfrm>
            <a:off x="3126527" y="1894343"/>
            <a:ext cx="68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2, -3</a:t>
            </a: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C9E4A663-CC6B-57F8-ABA0-85792C93C00B}"/>
              </a:ext>
            </a:extLst>
          </p:cNvPr>
          <p:cNvCxnSpPr/>
          <p:nvPr/>
        </p:nvCxnSpPr>
        <p:spPr>
          <a:xfrm>
            <a:off x="5219522" y="1344934"/>
            <a:ext cx="771525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B908B736-B753-75B9-D265-E6CB2051A131}"/>
              </a:ext>
            </a:extLst>
          </p:cNvPr>
          <p:cNvCxnSpPr>
            <a:cxnSpLocks/>
          </p:cNvCxnSpPr>
          <p:nvPr/>
        </p:nvCxnSpPr>
        <p:spPr>
          <a:xfrm>
            <a:off x="5082082" y="1040459"/>
            <a:ext cx="0" cy="623285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F9A90FF3-63C1-AB42-4F94-803E4FAC8EDA}"/>
              </a:ext>
            </a:extLst>
          </p:cNvPr>
          <p:cNvSpPr txBox="1"/>
          <p:nvPr/>
        </p:nvSpPr>
        <p:spPr>
          <a:xfrm>
            <a:off x="6474666" y="1816144"/>
            <a:ext cx="54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2, 0</a:t>
            </a:r>
          </a:p>
        </p:txBody>
      </p:sp>
    </p:spTree>
    <p:extLst>
      <p:ext uri="{BB962C8B-B14F-4D97-AF65-F5344CB8AC3E}">
        <p14:creationId xmlns:p14="http://schemas.microsoft.com/office/powerpoint/2010/main" val="1655542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328</Words>
  <Application>Microsoft Office PowerPoint</Application>
  <PresentationFormat>Widescreen</PresentationFormat>
  <Paragraphs>97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Altermatt</dc:creator>
  <cp:lastModifiedBy>Manuel Altermatt</cp:lastModifiedBy>
  <cp:revision>1</cp:revision>
  <dcterms:created xsi:type="dcterms:W3CDTF">2025-04-13T19:41:50Z</dcterms:created>
  <dcterms:modified xsi:type="dcterms:W3CDTF">2025-04-17T19:49:09Z</dcterms:modified>
</cp:coreProperties>
</file>